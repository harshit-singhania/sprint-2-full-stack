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402" y="406301"/>
            <a:ext cx="80058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USED-CAR MARKETPLACE · FULL-STACK BUILD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6402" y="714226"/>
            <a:ext cx="8005876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7400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pPr algn="l" indent="0" marL="0">
              <a:spcBef>
                <a:spcPts val="1000"/>
              </a:spcBef>
              <a:buNone/>
            </a:pPr>
            <a:r>
              <a:rPr lang="en-US" sz="7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736402" y="1968252"/>
            <a:ext cx="7254139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spcBef>
                <a:spcPts val="1400"/>
              </a:spcBef>
              <a:buNone/>
            </a:pPr>
            <a:r>
              <a:rPr lang="en-US" sz="17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used-car marketplace where </a:t>
            </a:r>
            <a:pPr algn="l" indent="0" marL="0">
              <a:lnSpc>
                <a:spcPts val="2295"/>
              </a:lnSpc>
              <a:spcBef>
                <a:spcPts val="1400"/>
              </a:spcBef>
              <a:buNone/>
            </a:pPr>
            <a:r>
              <a:rPr lang="en-US" sz="1700" b="1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listing and every sale is moderated in code</a:t>
            </a:r>
            <a:pPr algn="l" indent="0" marL="0">
              <a:lnSpc>
                <a:spcPts val="2295"/>
              </a:lnSpc>
              <a:spcBef>
                <a:spcPts val="1400"/>
              </a:spcBef>
              <a:buNone/>
            </a:pPr>
            <a:r>
              <a:rPr lang="en-US" sz="17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Spring Boot backend, Angular SPA, one-command Docker run.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6402" y="3172569"/>
            <a:ext cx="989409" cy="368201"/>
          </a:xfrm>
          <a:prstGeom prst="roundRect">
            <a:avLst>
              <a:gd name="adj" fmla="val 20695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0977" y="3270945"/>
            <a:ext cx="653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40111" y="3172569"/>
            <a:ext cx="1903958" cy="368201"/>
          </a:xfrm>
          <a:prstGeom prst="roundRect">
            <a:avLst>
              <a:gd name="adj" fmla="val 20695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14686" y="3270945"/>
            <a:ext cx="1585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3.3.5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58369" y="3172569"/>
            <a:ext cx="1263700" cy="368201"/>
          </a:xfrm>
          <a:prstGeom prst="roundRect">
            <a:avLst>
              <a:gd name="adj" fmla="val 20695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32945" y="3270945"/>
            <a:ext cx="9328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Angular 17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36369" y="3172569"/>
            <a:ext cx="1721048" cy="368201"/>
          </a:xfrm>
          <a:prstGeom prst="roundRect">
            <a:avLst>
              <a:gd name="adj" fmla="val 20695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10944" y="3270945"/>
            <a:ext cx="1399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71717" y="3172569"/>
            <a:ext cx="897880" cy="368201"/>
          </a:xfrm>
          <a:prstGeom prst="roundRect">
            <a:avLst>
              <a:gd name="adj" fmla="val 20695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46293" y="3270945"/>
            <a:ext cx="559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402" y="3814911"/>
            <a:ext cx="7848898" cy="0"/>
          </a:xfrm>
          <a:prstGeom prst="line">
            <a:avLst/>
          </a:prstGeom>
          <a:noFill/>
          <a:ln w="9525">
            <a:solidFill>
              <a:srgbClr val="2434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402" y="3997375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6402" y="4191000"/>
            <a:ext cx="2668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engineers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52651" y="3997375"/>
            <a:ext cx="2668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2651" y="4191000"/>
            <a:ext cx="26687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REST endpoints · 7 domains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69050" y="3997375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69050" y="4191000"/>
            <a:ext cx="2668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by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33177"/>
            <a:ext cx="3000116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Spring Boot monolith with strict separation — readable, testable, and easy to extend.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978521"/>
            <a:ext cx="2941290" cy="20953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layer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BF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decouples API contracts from JPA entities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F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JSON errors via a single 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GlobalExceptionHandler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F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logging via an 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AOP aspect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BF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scattered code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F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Env-driven config: swap 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Derby ↔ MySQL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BF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no code change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55541" y="1133177"/>
            <a:ext cx="4831110" cy="549176"/>
          </a:xfrm>
          <a:prstGeom prst="roundRect">
            <a:avLst>
              <a:gd name="adj" fmla="val 13875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55541" y="1137940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1889" y="1133177"/>
            <a:ext cx="0" cy="549176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55541" y="1677591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4116" y="1133177"/>
            <a:ext cx="0" cy="549176"/>
          </a:xfrm>
          <a:prstGeom prst="line">
            <a:avLst/>
          </a:prstGeom>
          <a:noFill/>
          <a:ln w="571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0392" y="1218902"/>
            <a:ext cx="4497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17 SPA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90392" y="1444228"/>
            <a:ext cx="4497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 components → REST :8080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55541" y="1745754"/>
            <a:ext cx="4831110" cy="701576"/>
          </a:xfrm>
          <a:prstGeom prst="roundRect">
            <a:avLst>
              <a:gd name="adj" fmla="val 10861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855541" y="1750516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1889" y="1745754"/>
            <a:ext cx="0" cy="701576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55541" y="2442567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4116" y="1745754"/>
            <a:ext cx="0" cy="701576"/>
          </a:xfrm>
          <a:prstGeom prst="line">
            <a:avLst/>
          </a:prstGeom>
          <a:noFill/>
          <a:ln w="5715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0392" y="1831479"/>
            <a:ext cx="4497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Controllers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90392" y="2056805"/>
            <a:ext cx="44972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Car · Purchase · Wishlist · Feedback · Ticket · Admin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55541" y="2510730"/>
            <a:ext cx="4831110" cy="549176"/>
          </a:xfrm>
          <a:prstGeom prst="roundRect">
            <a:avLst>
              <a:gd name="adj" fmla="val 13875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55541" y="2515493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1889" y="2510730"/>
            <a:ext cx="0" cy="549176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55541" y="3055144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4116" y="2510730"/>
            <a:ext cx="0" cy="549176"/>
          </a:xfrm>
          <a:prstGeom prst="line">
            <a:avLst/>
          </a:prstGeom>
          <a:noFill/>
          <a:ln w="5715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90392" y="2596455"/>
            <a:ext cx="4497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Services + Impls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90392" y="2821781"/>
            <a:ext cx="4497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/ impl — dependency inversion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55541" y="3123307"/>
            <a:ext cx="4831110" cy="549176"/>
          </a:xfrm>
          <a:prstGeom prst="roundRect">
            <a:avLst>
              <a:gd name="adj" fmla="val 13875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855541" y="3128070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1889" y="3123307"/>
            <a:ext cx="0" cy="549176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55541" y="3667720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84116" y="3123307"/>
            <a:ext cx="0" cy="549176"/>
          </a:xfrm>
          <a:prstGeom prst="line">
            <a:avLst/>
          </a:prstGeom>
          <a:noFill/>
          <a:ln w="57150">
            <a:solidFill>
              <a:srgbClr val="F4A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90392" y="3209032"/>
            <a:ext cx="4497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JPA Repositories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90392" y="3434358"/>
            <a:ext cx="4497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Data — declarative queries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55541" y="3735884"/>
            <a:ext cx="4831110" cy="549176"/>
          </a:xfrm>
          <a:prstGeom prst="roundRect">
            <a:avLst>
              <a:gd name="adj" fmla="val 13875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855541" y="3740646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1889" y="3735884"/>
            <a:ext cx="0" cy="549176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55541" y="4280297"/>
            <a:ext cx="483111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84116" y="3735884"/>
            <a:ext cx="0" cy="549176"/>
          </a:xfrm>
          <a:prstGeom prst="line">
            <a:avLst/>
          </a:prstGeom>
          <a:noFill/>
          <a:ln w="57150">
            <a:solidFill>
              <a:srgbClr val="F4A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90392" y="3821609"/>
            <a:ext cx="4497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Derby / MySQL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090392" y="4046934"/>
            <a:ext cx="4497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entities · schema auto-managed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55541" y="4391323"/>
            <a:ext cx="4831110" cy="0"/>
          </a:xfrm>
          <a:prstGeom prst="line">
            <a:avLst/>
          </a:prstGeom>
          <a:noFill/>
          <a:ln w="9525">
            <a:solidFill>
              <a:srgbClr val="2434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55541" y="4497586"/>
            <a:ext cx="492773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Patterns: Layered · DTO · Dependency Inversion · Strategy · AOP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F4A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Enforced in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20527"/>
            <a:ext cx="7901889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1755"/>
              </a:lnSpc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three-party handshake</a:t>
            </a:r>
            <a:pPr algn="l" indent="0" marL="0">
              <a:lnSpc>
                <a:spcPts val="1755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silent transactions. Every state change is explicit, modeled as enum-backed state machines.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794718"/>
            <a:ext cx="1264741" cy="1364903"/>
          </a:xfrm>
          <a:prstGeom prst="roundRect">
            <a:avLst>
              <a:gd name="adj" fmla="val 7029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823293"/>
            <a:ext cx="1264741" cy="0"/>
          </a:xfrm>
          <a:prstGeom prst="line">
            <a:avLst/>
          </a:prstGeom>
          <a:noFill/>
          <a:ln w="5715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94880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901" y="3154859"/>
            <a:ext cx="1264741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663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376" y="2004268"/>
            <a:ext cx="10116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1376" y="2235994"/>
            <a:ext cx="101162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a car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75842" y="2315170"/>
            <a:ext cx="2850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E5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31541" y="1794718"/>
            <a:ext cx="1264890" cy="1364903"/>
          </a:xfrm>
          <a:prstGeom prst="roundRect">
            <a:avLst>
              <a:gd name="adj" fmla="val 7028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331541" y="1823293"/>
            <a:ext cx="1264890" cy="0"/>
          </a:xfrm>
          <a:prstGeom prst="line">
            <a:avLst/>
          </a:prstGeom>
          <a:noFill/>
          <a:ln w="57150">
            <a:solidFill>
              <a:srgbClr val="F4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91669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541" y="3154859"/>
            <a:ext cx="126489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6304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017" y="2004268"/>
            <a:ext cx="10117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· GATE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68017" y="2378869"/>
            <a:ext cx="1011778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listing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72632" y="2315170"/>
            <a:ext cx="2850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E5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28331" y="1794718"/>
            <a:ext cx="1264890" cy="1364903"/>
          </a:xfrm>
          <a:prstGeom prst="roundRect">
            <a:avLst>
              <a:gd name="adj" fmla="val 7028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28331" y="1823293"/>
            <a:ext cx="1264890" cy="0"/>
          </a:xfrm>
          <a:prstGeom prst="line">
            <a:avLst/>
          </a:prstGeom>
          <a:noFill/>
          <a:ln w="57150">
            <a:solidFill>
              <a:srgbClr val="2DD4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8459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8331" y="3154859"/>
            <a:ext cx="126489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33093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4806" y="2004268"/>
            <a:ext cx="10117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6B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64806" y="2235994"/>
            <a:ext cx="1011778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order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69421" y="2315170"/>
            <a:ext cx="2850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E5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725120" y="1794718"/>
            <a:ext cx="1264890" cy="1364903"/>
          </a:xfrm>
          <a:prstGeom prst="roundRect">
            <a:avLst>
              <a:gd name="adj" fmla="val 7028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725120" y="1823293"/>
            <a:ext cx="1264890" cy="0"/>
          </a:xfrm>
          <a:prstGeom prst="line">
            <a:avLst/>
          </a:prstGeom>
          <a:noFill/>
          <a:ln w="57150">
            <a:solidFill>
              <a:srgbClr val="F4A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85248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25120" y="3154859"/>
            <a:ext cx="126489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29883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61596" y="2004268"/>
            <a:ext cx="10117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· GATE 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61596" y="2378869"/>
            <a:ext cx="1011778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order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66211" y="2315170"/>
            <a:ext cx="2850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E5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21910" y="1794718"/>
            <a:ext cx="1264890" cy="1364903"/>
          </a:xfrm>
          <a:prstGeom prst="roundRect">
            <a:avLst>
              <a:gd name="adj" fmla="val 7028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421910" y="1823293"/>
            <a:ext cx="1264890" cy="0"/>
          </a:xfrm>
          <a:prstGeom prst="line">
            <a:avLst/>
          </a:prstGeom>
          <a:noFill/>
          <a:ln w="57150">
            <a:solidFill>
              <a:srgbClr val="F4A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2038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21910" y="3154859"/>
            <a:ext cx="126489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6672" y="1794718"/>
            <a:ext cx="0" cy="1364903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58385" y="2004268"/>
            <a:ext cx="10117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 · GATE 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558385" y="2378869"/>
            <a:ext cx="1011778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sale → complete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34901" y="3418284"/>
            <a:ext cx="8051899" cy="0"/>
          </a:xfrm>
          <a:prstGeom prst="line">
            <a:avLst/>
          </a:prstGeom>
          <a:noFill/>
          <a:ln w="9525">
            <a:solidFill>
              <a:srgbClr val="2434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901" y="3665786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MACHINES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171551" y="3588097"/>
            <a:ext cx="1471464" cy="298252"/>
          </a:xfrm>
          <a:prstGeom prst="roundRect">
            <a:avLst>
              <a:gd name="adj" fmla="val 21291"/>
            </a:avLst>
          </a:prstGeom>
          <a:solidFill>
            <a:srgbClr val="102A3A"/>
          </a:solidFill>
          <a:ln w="9525">
            <a:solidFill>
              <a:srgbClr val="1E5A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320677" y="3661023"/>
            <a:ext cx="11966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ApprovalStatus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757315" y="3588097"/>
            <a:ext cx="1220093" cy="298252"/>
          </a:xfrm>
          <a:prstGeom prst="roundRect">
            <a:avLst>
              <a:gd name="adj" fmla="val 21291"/>
            </a:avLst>
          </a:prstGeom>
          <a:solidFill>
            <a:srgbClr val="102A3A"/>
          </a:solidFill>
          <a:ln w="9525">
            <a:solidFill>
              <a:srgbClr val="1E5A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906441" y="3661023"/>
            <a:ext cx="9402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OrderStatus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91708" y="3588097"/>
            <a:ext cx="1387673" cy="298252"/>
          </a:xfrm>
          <a:prstGeom prst="roundRect">
            <a:avLst>
              <a:gd name="adj" fmla="val 21291"/>
            </a:avLst>
          </a:prstGeom>
          <a:solidFill>
            <a:srgbClr val="102A3A"/>
          </a:solidFill>
          <a:ln w="9525">
            <a:solidFill>
              <a:srgbClr val="1E5A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240834" y="3661023"/>
            <a:ext cx="1111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PaymentStatus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93681" y="3588097"/>
            <a:ext cx="633561" cy="298252"/>
          </a:xfrm>
          <a:prstGeom prst="roundRect">
            <a:avLst>
              <a:gd name="adj" fmla="val 21291"/>
            </a:avLst>
          </a:prstGeom>
          <a:solidFill>
            <a:srgbClr val="102A3A"/>
          </a:solidFill>
          <a:ln w="9525">
            <a:solidFill>
              <a:srgbClr val="1E5A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742807" y="3661023"/>
            <a:ext cx="3420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96727"/>
            <a:ext cx="1508820" cy="1022300"/>
          </a:xfrm>
          <a:prstGeom prst="roundRect">
            <a:avLst>
              <a:gd name="adj" fmla="val 8696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7252" y="1358652"/>
            <a:ext cx="13641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07252" y="1904702"/>
            <a:ext cx="13641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9F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70671" y="1196727"/>
            <a:ext cx="1508820" cy="1022300"/>
          </a:xfrm>
          <a:prstGeom prst="roundRect">
            <a:avLst>
              <a:gd name="adj" fmla="val 8696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43022" y="1358652"/>
            <a:ext cx="13641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343022" y="1904702"/>
            <a:ext cx="13641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9F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entities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06441" y="1196727"/>
            <a:ext cx="1508820" cy="1022300"/>
          </a:xfrm>
          <a:prstGeom prst="roundRect">
            <a:avLst>
              <a:gd name="adj" fmla="val 8696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78792" y="1358652"/>
            <a:ext cx="13641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978792" y="1904702"/>
            <a:ext cx="13641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9F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 state types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42211" y="1196727"/>
            <a:ext cx="1508820" cy="1022300"/>
          </a:xfrm>
          <a:prstGeom prst="roundRect">
            <a:avLst>
              <a:gd name="adj" fmla="val 8696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14562" y="1358652"/>
            <a:ext cx="13641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614562" y="1904702"/>
            <a:ext cx="13641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9F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DTOs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77980" y="1196727"/>
            <a:ext cx="1508820" cy="1022300"/>
          </a:xfrm>
          <a:prstGeom prst="roundRect">
            <a:avLst>
              <a:gd name="adj" fmla="val 8696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50332" y="1358652"/>
            <a:ext cx="13641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250332" y="1904702"/>
            <a:ext cx="13641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9F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interfaces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4901" y="2422178"/>
            <a:ext cx="2564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BY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4901" y="2704654"/>
            <a:ext cx="2514600" cy="144750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tokens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JWT — 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X-Session-Token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header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-hashed passwords, 120-min TTL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guards: Buyer / Seller / Admin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03402" y="2422178"/>
            <a:ext cx="25650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SWAPPABLE PAYMENTS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03402" y="2704654"/>
            <a:ext cx="2514749" cy="144750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PaymentGateway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interface + 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SimulatedPaymentGateway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pattern — drop in a real processor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entity &amp; status tracking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051" y="2422178"/>
            <a:ext cx="25650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PROOF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051" y="2704654"/>
            <a:ext cx="2514749" cy="144750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/ OpenAPI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 for all 36 routes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NotificationService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(email toggle)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RecentView tracking &amp; full ticket threads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F4A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SURFACE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Three Experiences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07877"/>
            <a:ext cx="821293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17 standalone components · </a:t>
            </a:r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feature areas</a:t>
            </a:r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Angular Material · role-aware routing.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533823"/>
            <a:ext cx="2582317" cy="3279577"/>
          </a:xfrm>
          <a:prstGeom prst="roundRect">
            <a:avLst>
              <a:gd name="adj" fmla="val 3934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562398"/>
            <a:ext cx="2582317" cy="0"/>
          </a:xfrm>
          <a:prstGeom prst="line">
            <a:avLst/>
          </a:prstGeom>
          <a:noFill/>
          <a:ln w="5715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12455" y="1533823"/>
            <a:ext cx="0" cy="3279577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901" y="4808637"/>
            <a:ext cx="2582317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663" y="1533823"/>
            <a:ext cx="0" cy="3279577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576" y="1768673"/>
            <a:ext cx="22001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7576" y="2063948"/>
            <a:ext cx="2200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00"/>
              </a:spcAft>
              <a:buNone/>
            </a:pPr>
            <a:r>
              <a:rPr lang="en-US" sz="950" dirty="0">
                <a:solidFill>
                  <a:srgbClr val="7E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&amp; BUY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7576" y="2333774"/>
            <a:ext cx="2156966" cy="139943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Browse, filter &amp; </a:t>
            </a:r>
            <a:pPr algn="l" indent="0" marL="0">
              <a:lnSpc>
                <a:spcPts val="1725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pPr algn="l" indent="0" marL="0">
              <a:lnSpc>
                <a:spcPts val="172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cars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Wishlist &amp; recently viewed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dialog &amp; order tracking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&amp; follow support tickets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69618" y="1533823"/>
            <a:ext cx="2582466" cy="3279577"/>
          </a:xfrm>
          <a:prstGeom prst="roundRect">
            <a:avLst>
              <a:gd name="adj" fmla="val 3934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9618" y="1562398"/>
            <a:ext cx="2582466" cy="0"/>
          </a:xfrm>
          <a:prstGeom prst="line">
            <a:avLst/>
          </a:prstGeom>
          <a:noFill/>
          <a:ln w="57150">
            <a:solidFill>
              <a:srgbClr val="6FA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7321" y="1533823"/>
            <a:ext cx="0" cy="3279577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9618" y="4808637"/>
            <a:ext cx="2582466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4380" y="1533823"/>
            <a:ext cx="0" cy="3279577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2293" y="1768673"/>
            <a:ext cx="22002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582293" y="2063948"/>
            <a:ext cx="2200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00"/>
              </a:spcAft>
              <a:buNone/>
            </a:pPr>
            <a:r>
              <a:rPr lang="en-US" sz="950" dirty="0">
                <a:solidFill>
                  <a:srgbClr val="7E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&amp; SELL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82293" y="2333774"/>
            <a:ext cx="2157115" cy="139943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new cars &amp; edit listings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sales (final handshake)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dashboard &amp; orders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listing approval status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04483" y="1533823"/>
            <a:ext cx="2582317" cy="3279577"/>
          </a:xfrm>
          <a:prstGeom prst="roundRect">
            <a:avLst>
              <a:gd name="adj" fmla="val 3934"/>
            </a:avLst>
          </a:prstGeom>
          <a:solidFill>
            <a:srgbClr val="1622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04483" y="1562398"/>
            <a:ext cx="2582317" cy="0"/>
          </a:xfrm>
          <a:prstGeom prst="line">
            <a:avLst/>
          </a:prstGeom>
          <a:noFill/>
          <a:ln w="57150">
            <a:solidFill>
              <a:srgbClr val="F4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2038" y="1533823"/>
            <a:ext cx="0" cy="3279577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4483" y="4808637"/>
            <a:ext cx="2582317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9246" y="1533823"/>
            <a:ext cx="0" cy="3279577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7159" y="1768673"/>
            <a:ext cx="22001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17159" y="2063948"/>
            <a:ext cx="2200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00"/>
              </a:spcAft>
              <a:buNone/>
            </a:pPr>
            <a:r>
              <a:rPr lang="en-US" sz="950" dirty="0">
                <a:solidFill>
                  <a:srgbClr val="7E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MODERATE &amp; RUN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17159" y="2333774"/>
            <a:ext cx="2156966" cy="1618357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pending cars &amp; orders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users &amp; roles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analytics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 &amp; feedback desk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QUALITY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Run &amp; Prove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96727"/>
            <a:ext cx="4043214" cy="453926"/>
          </a:xfrm>
          <a:prstGeom prst="roundRect">
            <a:avLst>
              <a:gd name="adj" fmla="val 16787"/>
            </a:avLst>
          </a:prstGeom>
          <a:solidFill>
            <a:srgbClr val="08101E"/>
          </a:solidFill>
          <a:ln w="9525">
            <a:solidFill>
              <a:srgbClr val="1E5A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127" y="1333202"/>
            <a:ext cx="37421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--build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1828354"/>
            <a:ext cx="4043214" cy="16761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container</a:t>
            </a:r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serves backend + Angular build on </a:t>
            </a:r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:8080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DemoDataSeeder</a:t>
            </a:r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loads users, cars, tickets &amp; admin replies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tested with </a:t>
            </a:r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+ Newman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3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12-factor config: Derby↔MySQL, TTL, email, port via env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2914" y="1196727"/>
            <a:ext cx="37778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E9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ACCOUNTS · Demo@1234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82914" y="1441103"/>
            <a:ext cx="3703737" cy="393502"/>
          </a:xfrm>
          <a:prstGeom prst="roundRect">
            <a:avLst>
              <a:gd name="adj" fmla="val 19365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57490" y="1552129"/>
            <a:ext cx="8396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demoadmin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86725" y="1566416"/>
            <a:ext cx="433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82914" y="1923455"/>
            <a:ext cx="3703737" cy="393502"/>
          </a:xfrm>
          <a:prstGeom prst="roundRect">
            <a:avLst>
              <a:gd name="adj" fmla="val 19365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57490" y="2034480"/>
            <a:ext cx="7462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demouser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86725" y="2048768"/>
            <a:ext cx="433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2914" y="2405807"/>
            <a:ext cx="3703737" cy="393502"/>
          </a:xfrm>
          <a:prstGeom prst="roundRect">
            <a:avLst>
              <a:gd name="adj" fmla="val 19365"/>
            </a:avLst>
          </a:prstGeom>
          <a:solidFill>
            <a:srgbClr val="16223C"/>
          </a:solidFill>
          <a:ln w="9525">
            <a:solidFill>
              <a:srgbClr val="2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57490" y="2516832"/>
            <a:ext cx="9328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demoseller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595" y="2531120"/>
            <a:ext cx="5206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4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2914" y="2900809"/>
            <a:ext cx="3703737" cy="807541"/>
          </a:xfrm>
          <a:prstGeom prst="roundRect">
            <a:avLst>
              <a:gd name="adj" fmla="val 9436"/>
            </a:avLst>
          </a:prstGeom>
          <a:solidFill>
            <a:srgbClr val="1A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982914" y="2905571"/>
            <a:ext cx="3703737" cy="0"/>
          </a:xfrm>
          <a:prstGeom prst="line">
            <a:avLst/>
          </a:prstGeom>
          <a:noFill/>
          <a:ln w="9525">
            <a:solidFill>
              <a:srgbClr val="4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1889" y="2900809"/>
            <a:ext cx="0" cy="807541"/>
          </a:xfrm>
          <a:prstGeom prst="line">
            <a:avLst/>
          </a:prstGeom>
          <a:noFill/>
          <a:ln w="9525">
            <a:solidFill>
              <a:srgbClr val="4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2914" y="3703588"/>
            <a:ext cx="3703737" cy="0"/>
          </a:xfrm>
          <a:prstGeom prst="line">
            <a:avLst/>
          </a:prstGeom>
          <a:noFill/>
          <a:ln w="9525">
            <a:solidFill>
              <a:srgbClr val="4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1489" y="2900809"/>
            <a:ext cx="0" cy="807541"/>
          </a:xfrm>
          <a:prstGeom prst="line">
            <a:avLst/>
          </a:prstGeom>
          <a:noFill/>
          <a:ln w="57150">
            <a:solidFill>
              <a:srgbClr val="F4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05115" y="3024634"/>
            <a:ext cx="33731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4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6C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Newman integration over JUnit; simulated payments; single-DB monolith — deliberate hackathon tradeoffs.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TrustLot — Used Car Marketplace</dc:title>
  <dc:subject>PptxGenJS Presentation</dc:subject>
  <dc:creator>TrustLot Team</dc:creator>
  <cp:lastModifiedBy>TrustLot Team</cp:lastModifiedBy>
  <cp:revision>1</cp:revision>
  <dcterms:created xsi:type="dcterms:W3CDTF">2026-06-07T13:31:30Z</dcterms:created>
  <dcterms:modified xsi:type="dcterms:W3CDTF">2026-06-07T13:31:30Z</dcterms:modified>
</cp:coreProperties>
</file>