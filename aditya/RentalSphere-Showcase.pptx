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2FB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402" y="406301"/>
            <a:ext cx="80058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RENTAL MANAGEMENT · FULL-STACK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6402" y="714226"/>
            <a:ext cx="800587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6600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</a:t>
            </a:r>
            <a:pPr algn="l" indent="0" marL="0"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36402" y="1863477"/>
            <a:ext cx="7513269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spcBef>
                <a:spcPts val="1400"/>
              </a:spcBef>
              <a:buNone/>
            </a:pPr>
            <a:r>
              <a:rPr lang="en-US" sz="170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full-stack platform that simulates a </a:t>
            </a:r>
            <a:pPr algn="l" indent="0" marL="0">
              <a:lnSpc>
                <a:spcPts val="2295"/>
              </a:lnSpc>
              <a:spcBef>
                <a:spcPts val="1400"/>
              </a:spcBef>
              <a:buNone/>
            </a:pPr>
            <a:r>
              <a:rPr lang="en-US" sz="1700" b="1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vehicle-rental business end to end</a:t>
            </a:r>
            <a:pPr algn="l" indent="0" marL="0">
              <a:lnSpc>
                <a:spcPts val="2295"/>
              </a:lnSpc>
              <a:spcBef>
                <a:spcPts val="1400"/>
              </a:spcBef>
              <a:buNone/>
            </a:pPr>
            <a:r>
              <a:rPr lang="en-US" sz="170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enterprise security, gated lifecycle, audit logging.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6402" y="2751088"/>
            <a:ext cx="989409" cy="368201"/>
          </a:xfrm>
          <a:prstGeom prst="roundRect">
            <a:avLst>
              <a:gd name="adj" fmla="val 20695"/>
            </a:avLst>
          </a:prstGeom>
          <a:solidFill>
            <a:srgbClr val="18222E"/>
          </a:solidFill>
          <a:ln w="9525">
            <a:solidFill>
              <a:srgbClr val="2A38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0977" y="2849463"/>
            <a:ext cx="653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17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40111" y="2751088"/>
            <a:ext cx="1721048" cy="368201"/>
          </a:xfrm>
          <a:prstGeom prst="roundRect">
            <a:avLst>
              <a:gd name="adj" fmla="val 20695"/>
            </a:avLst>
          </a:prstGeom>
          <a:solidFill>
            <a:srgbClr val="18222E"/>
          </a:solidFill>
          <a:ln w="9525">
            <a:solidFill>
              <a:srgbClr val="2A38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14686" y="2849463"/>
            <a:ext cx="1399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3.x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75459" y="2751088"/>
            <a:ext cx="1721048" cy="368201"/>
          </a:xfrm>
          <a:prstGeom prst="roundRect">
            <a:avLst>
              <a:gd name="adj" fmla="val 20695"/>
            </a:avLst>
          </a:prstGeom>
          <a:solidFill>
            <a:srgbClr val="18222E"/>
          </a:solidFill>
          <a:ln w="9525">
            <a:solidFill>
              <a:srgbClr val="2A38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50035" y="2849463"/>
            <a:ext cx="13993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Security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10808" y="2751088"/>
            <a:ext cx="623590" cy="368201"/>
          </a:xfrm>
          <a:prstGeom prst="roundRect">
            <a:avLst>
              <a:gd name="adj" fmla="val 20695"/>
            </a:avLst>
          </a:prstGeom>
          <a:solidFill>
            <a:srgbClr val="18222E"/>
          </a:solidFill>
          <a:ln w="9525">
            <a:solidFill>
              <a:srgbClr val="2A38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85383" y="2849463"/>
            <a:ext cx="27992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8698" y="2751088"/>
            <a:ext cx="806500" cy="368201"/>
          </a:xfrm>
          <a:prstGeom prst="roundRect">
            <a:avLst>
              <a:gd name="adj" fmla="val 20695"/>
            </a:avLst>
          </a:prstGeom>
          <a:solidFill>
            <a:srgbClr val="18222E"/>
          </a:solidFill>
          <a:ln w="9525">
            <a:solidFill>
              <a:srgbClr val="2A38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23273" y="2849463"/>
            <a:ext cx="466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69497" y="2751088"/>
            <a:ext cx="989409" cy="368201"/>
          </a:xfrm>
          <a:prstGeom prst="roundRect">
            <a:avLst>
              <a:gd name="adj" fmla="val 20695"/>
            </a:avLst>
          </a:prstGeom>
          <a:solidFill>
            <a:srgbClr val="18222E"/>
          </a:solidFill>
          <a:ln w="9525">
            <a:solidFill>
              <a:srgbClr val="2A384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44073" y="2849463"/>
            <a:ext cx="653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Angular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402" y="4024461"/>
            <a:ext cx="7848898" cy="0"/>
          </a:xfrm>
          <a:prstGeom prst="line">
            <a:avLst/>
          </a:prstGeom>
          <a:noFill/>
          <a:ln w="9525">
            <a:solidFill>
              <a:srgbClr val="2532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402" y="4206925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6402" y="4400550"/>
            <a:ext cx="2668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engineers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52651" y="4206925"/>
            <a:ext cx="26687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2651" y="4400550"/>
            <a:ext cx="26687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modules · 8 core tables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69050" y="4206925"/>
            <a:ext cx="26685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69050" y="4400550"/>
            <a:ext cx="2668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API tiers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2FB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&amp;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Secured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33177"/>
            <a:ext cx="316436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layered Spring Boot backend with security as the headline, not an afterthought.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978521"/>
            <a:ext cx="3102322" cy="20953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a Spring Security filter chain (JwtFilter)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Email-OTP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verify + forgot-password OTP flow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hashing, role-based + method-level guards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2FBF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</a:t>
            </a:r>
            <a:pPr algn="l" indent="0" marL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BFD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every user, admin &amp; system event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16573" y="1133177"/>
            <a:ext cx="4670078" cy="549176"/>
          </a:xfrm>
          <a:prstGeom prst="roundRect">
            <a:avLst>
              <a:gd name="adj" fmla="val 13875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16573" y="1137940"/>
            <a:ext cx="467007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1889" y="1133177"/>
            <a:ext cx="0" cy="549176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16573" y="1677591"/>
            <a:ext cx="467007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45148" y="1133177"/>
            <a:ext cx="0" cy="549176"/>
          </a:xfrm>
          <a:prstGeom prst="line">
            <a:avLst/>
          </a:prstGeom>
          <a:noFill/>
          <a:ln w="57150">
            <a:solidFill>
              <a:srgbClr val="2FBF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424" y="1218902"/>
            <a:ext cx="43329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Frontend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424" y="1444228"/>
            <a:ext cx="4332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 client → :8080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16573" y="1745754"/>
            <a:ext cx="4670078" cy="549176"/>
          </a:xfrm>
          <a:prstGeom prst="roundRect">
            <a:avLst>
              <a:gd name="adj" fmla="val 13875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016573" y="1750516"/>
            <a:ext cx="467007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1889" y="1745754"/>
            <a:ext cx="0" cy="549176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16573" y="2290167"/>
            <a:ext cx="467007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45148" y="1745754"/>
            <a:ext cx="0" cy="549176"/>
          </a:xfrm>
          <a:prstGeom prst="line">
            <a:avLst/>
          </a:prstGeom>
          <a:noFill/>
          <a:ln w="57150">
            <a:solidFill>
              <a:srgbClr val="2FBF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424" y="1831479"/>
            <a:ext cx="43329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Filter Chain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424" y="2056805"/>
            <a:ext cx="4332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JwtFilter · EntryPoint · AccessDenied handler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16573" y="2358330"/>
            <a:ext cx="4670078" cy="549176"/>
          </a:xfrm>
          <a:prstGeom prst="roundRect">
            <a:avLst>
              <a:gd name="adj" fmla="val 13875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16573" y="2363093"/>
            <a:ext cx="467007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1889" y="2358330"/>
            <a:ext cx="0" cy="549176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16573" y="2902744"/>
            <a:ext cx="467007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45148" y="2358330"/>
            <a:ext cx="0" cy="549176"/>
          </a:xfrm>
          <a:prstGeom prst="line">
            <a:avLst/>
          </a:prstGeom>
          <a:noFill/>
          <a:ln w="57150">
            <a:solidFill>
              <a:srgbClr val="2FBF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424" y="2444055"/>
            <a:ext cx="43329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Repository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51424" y="2669381"/>
            <a:ext cx="4332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DTOs · Global exception handling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016573" y="2970907"/>
            <a:ext cx="4670078" cy="549176"/>
          </a:xfrm>
          <a:prstGeom prst="roundRect">
            <a:avLst>
              <a:gd name="adj" fmla="val 13875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016573" y="2975670"/>
            <a:ext cx="467007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1889" y="2970907"/>
            <a:ext cx="0" cy="549176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16573" y="3515320"/>
            <a:ext cx="467007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45148" y="2970907"/>
            <a:ext cx="0" cy="549176"/>
          </a:xfrm>
          <a:prstGeom prst="line">
            <a:avLst/>
          </a:prstGeom>
          <a:noFill/>
          <a:ln w="57150">
            <a:solidFill>
              <a:srgbClr val="F5A5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424" y="3056632"/>
            <a:ext cx="43329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via Spring Data JPA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251424" y="3281958"/>
            <a:ext cx="4332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core tables · Lombok · Jakarta Validation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16573" y="3626346"/>
            <a:ext cx="4670078" cy="0"/>
          </a:xfrm>
          <a:prstGeom prst="line">
            <a:avLst/>
          </a:prstGeom>
          <a:noFill/>
          <a:ln w="9525">
            <a:solidFill>
              <a:srgbClr val="2532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16573" y="3732609"/>
            <a:ext cx="476347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Packages: common · config · controller · dto · exception · model · repository · service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F5A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B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Gated Rental Lifecycle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07877"/>
            <a:ext cx="8031379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click — a multi-stage flow with an </a:t>
            </a:r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admin-approval gate</a:t>
            </a:r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business rules enforced in code (availability, valid license, no overlapping bookings).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731169"/>
            <a:ext cx="995511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754981"/>
            <a:ext cx="995511" cy="0"/>
          </a:xfrm>
          <a:prstGeom prst="line">
            <a:avLst/>
          </a:prstGeom>
          <a:noFill/>
          <a:ln w="47625">
            <a:solidFill>
              <a:srgbClr val="2FBF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25650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901" y="2297609"/>
            <a:ext cx="995511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663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4027" y="1880295"/>
            <a:ext cx="7112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4027" y="2077045"/>
            <a:ext cx="711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OTP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19263" y="1731169"/>
            <a:ext cx="713036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719263" y="1754981"/>
            <a:ext cx="713036" cy="0"/>
          </a:xfrm>
          <a:prstGeom prst="line">
            <a:avLst/>
          </a:prstGeom>
          <a:noFill/>
          <a:ln w="47625">
            <a:solidFill>
              <a:srgbClr val="2FBF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7536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19263" y="2297609"/>
            <a:ext cx="713036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24025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8388" y="1880295"/>
            <a:ext cx="423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68388" y="2077045"/>
            <a:ext cx="4230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21148" y="1731169"/>
            <a:ext cx="1227832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521148" y="1754981"/>
            <a:ext cx="1227832" cy="0"/>
          </a:xfrm>
          <a:prstGeom prst="line">
            <a:avLst/>
          </a:prstGeom>
          <a:noFill/>
          <a:ln w="47625">
            <a:solidFill>
              <a:srgbClr val="2FBF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4218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1148" y="2297609"/>
            <a:ext cx="1227832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5911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0274" y="1880295"/>
            <a:ext cx="948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70274" y="2077045"/>
            <a:ext cx="9481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AVAILABILITY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837831" y="1731169"/>
            <a:ext cx="995511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837831" y="1754981"/>
            <a:ext cx="995511" cy="0"/>
          </a:xfrm>
          <a:prstGeom prst="line">
            <a:avLst/>
          </a:prstGeom>
          <a:noFill/>
          <a:ln w="47625">
            <a:solidFill>
              <a:srgbClr val="2FBF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580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37831" y="2297609"/>
            <a:ext cx="995511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2593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86957" y="1880295"/>
            <a:ext cx="7112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86957" y="2077045"/>
            <a:ext cx="711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22193" y="1731169"/>
            <a:ext cx="995511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922193" y="1754981"/>
            <a:ext cx="995511" cy="0"/>
          </a:xfrm>
          <a:prstGeom prst="line">
            <a:avLst/>
          </a:prstGeom>
          <a:noFill/>
          <a:ln w="47625">
            <a:solidFill>
              <a:srgbClr val="2FBF7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12941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22193" y="2297609"/>
            <a:ext cx="995511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26955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1318" y="1880295"/>
            <a:ext cx="7112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71318" y="2077045"/>
            <a:ext cx="711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006554" y="1731169"/>
            <a:ext cx="1213098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006554" y="1754981"/>
            <a:ext cx="1213098" cy="0"/>
          </a:xfrm>
          <a:prstGeom prst="line">
            <a:avLst/>
          </a:prstGeom>
          <a:noFill/>
          <a:ln w="47625">
            <a:solidFill>
              <a:srgbClr val="2FBF7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14890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06554" y="2297609"/>
            <a:ext cx="1213098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11317" y="1731169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5680" y="1880295"/>
            <a:ext cx="9331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Pay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55680" y="2077045"/>
            <a:ext cx="9331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34901" y="2391221"/>
            <a:ext cx="1469529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634901" y="2415034"/>
            <a:ext cx="1469529" cy="0"/>
          </a:xfrm>
          <a:prstGeom prst="line">
            <a:avLst/>
          </a:prstGeom>
          <a:noFill/>
          <a:ln w="47625">
            <a:solidFill>
              <a:srgbClr val="F5A52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99667" y="2391221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4901" y="2957661"/>
            <a:ext cx="1469529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9663" y="2391221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4027" y="2540347"/>
            <a:ext cx="119470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Approval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84027" y="2737098"/>
            <a:ext cx="11947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· TXN ID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193280" y="2391221"/>
            <a:ext cx="917972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2193280" y="2415034"/>
            <a:ext cx="917972" cy="0"/>
          </a:xfrm>
          <a:prstGeom prst="line">
            <a:avLst/>
          </a:prstGeom>
          <a:noFill/>
          <a:ln w="47625">
            <a:solidFill>
              <a:srgbClr val="F5A52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106489" y="2391221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193280" y="2957661"/>
            <a:ext cx="917972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98043" y="2391221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42406" y="2540347"/>
            <a:ext cx="6321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342406" y="2737098"/>
            <a:ext cx="632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DOWNLOAD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00102" y="2391221"/>
            <a:ext cx="1085701" cy="571202"/>
          </a:xfrm>
          <a:prstGeom prst="roundRect">
            <a:avLst>
              <a:gd name="adj" fmla="val 13340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3200102" y="2415034"/>
            <a:ext cx="1085701" cy="0"/>
          </a:xfrm>
          <a:prstGeom prst="line">
            <a:avLst/>
          </a:prstGeom>
          <a:noFill/>
          <a:ln w="47625">
            <a:solidFill>
              <a:srgbClr val="2FBF7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81041" y="2391221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00102" y="2957661"/>
            <a:ext cx="1085701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4865" y="2391221"/>
            <a:ext cx="0" cy="571202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49228" y="2540347"/>
            <a:ext cx="8031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349228" y="2737098"/>
            <a:ext cx="8031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C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634901" y="3228975"/>
            <a:ext cx="8051899" cy="723602"/>
          </a:xfrm>
          <a:prstGeom prst="roundRect">
            <a:avLst>
              <a:gd name="adj" fmla="val 10531"/>
            </a:avLst>
          </a:prstGeom>
          <a:solidFill>
            <a:srgbClr val="101D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634901" y="3233738"/>
            <a:ext cx="8051899" cy="0"/>
          </a:xfrm>
          <a:prstGeom prst="line">
            <a:avLst/>
          </a:prstGeom>
          <a:noFill/>
          <a:ln w="9525">
            <a:solidFill>
              <a:srgbClr val="235C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2038" y="3228975"/>
            <a:ext cx="0" cy="723602"/>
          </a:xfrm>
          <a:prstGeom prst="line">
            <a:avLst/>
          </a:prstGeom>
          <a:noFill/>
          <a:ln w="9525">
            <a:solidFill>
              <a:srgbClr val="235C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4901" y="3947815"/>
            <a:ext cx="8051899" cy="0"/>
          </a:xfrm>
          <a:prstGeom prst="line">
            <a:avLst/>
          </a:prstGeom>
          <a:noFill/>
          <a:ln w="9525">
            <a:solidFill>
              <a:srgbClr val="235C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63476" y="3228975"/>
            <a:ext cx="0" cy="723602"/>
          </a:xfrm>
          <a:prstGeom prst="line">
            <a:avLst/>
          </a:prstGeom>
          <a:noFill/>
          <a:ln w="57150">
            <a:solidFill>
              <a:srgbClr val="2FBF7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5201" y="3378101"/>
            <a:ext cx="77305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 FORMULA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95201" y="3584377"/>
            <a:ext cx="773050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Rental </a:t>
            </a:r>
            <a:pPr algn="l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buNone/>
            </a:pPr>
            <a:r>
              <a:rPr lang="en-US" sz="1500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Late charges </a:t>
            </a:r>
            <a:pPr algn="l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buNone/>
            </a:pPr>
            <a:r>
              <a:rPr lang="en-US" sz="1500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Damage charges </a:t>
            </a:r>
            <a:pPr algn="l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buNone/>
            </a:pPr>
            <a:r>
              <a:rPr lang="en-US" sz="1500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GST (18%)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2FB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MODULES IN DEPTH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CRUD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71277"/>
            <a:ext cx="82129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950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CORE TABLES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34901" y="1403003"/>
            <a:ext cx="698450" cy="298252"/>
          </a:xfrm>
          <a:prstGeom prst="roundRect">
            <a:avLst>
              <a:gd name="adj" fmla="val 21291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4027" y="1475929"/>
            <a:ext cx="4082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22202" y="1403003"/>
            <a:ext cx="938510" cy="298252"/>
          </a:xfrm>
          <a:prstGeom prst="roundRect">
            <a:avLst>
              <a:gd name="adj" fmla="val 21291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71327" y="1475929"/>
            <a:ext cx="653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49562" y="1403003"/>
            <a:ext cx="938510" cy="298252"/>
          </a:xfrm>
          <a:prstGeom prst="roundRect">
            <a:avLst>
              <a:gd name="adj" fmla="val 21291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98688" y="1475929"/>
            <a:ext cx="653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6923" y="1403003"/>
            <a:ext cx="698450" cy="298252"/>
          </a:xfrm>
          <a:prstGeom prst="roundRect">
            <a:avLst>
              <a:gd name="adj" fmla="val 21291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26048" y="1475929"/>
            <a:ext cx="4082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64223" y="1403003"/>
            <a:ext cx="938510" cy="298252"/>
          </a:xfrm>
          <a:prstGeom prst="roundRect">
            <a:avLst>
              <a:gd name="adj" fmla="val 21291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13349" y="1475929"/>
            <a:ext cx="653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91584" y="1403003"/>
            <a:ext cx="1338560" cy="298252"/>
          </a:xfrm>
          <a:prstGeom prst="roundRect">
            <a:avLst>
              <a:gd name="adj" fmla="val 21291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40710" y="1475929"/>
            <a:ext cx="10611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18995" y="1403003"/>
            <a:ext cx="1498699" cy="298252"/>
          </a:xfrm>
          <a:prstGeom prst="roundRect">
            <a:avLst>
              <a:gd name="adj" fmla="val 21291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68120" y="1475929"/>
            <a:ext cx="12244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SUPPORT_TICKETS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4901" y="1790105"/>
            <a:ext cx="1098500" cy="298252"/>
          </a:xfrm>
          <a:prstGeom prst="roundRect">
            <a:avLst>
              <a:gd name="adj" fmla="val 21291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4027" y="1863030"/>
            <a:ext cx="816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4901" y="2354907"/>
            <a:ext cx="2582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4901" y="2637383"/>
            <a:ext cx="2531566" cy="144750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events: booking, return, bill, payment, tickets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events: new booking, pay/return request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maintenance, promos, alerts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95067" y="2354907"/>
            <a:ext cx="2582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ENGINE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95067" y="2637383"/>
            <a:ext cx="2531566" cy="1024235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Mail across 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booking, billing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approved / rejected mails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OTP, verification &amp; ticket updates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55234" y="2354907"/>
            <a:ext cx="258219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 &amp; AUDIT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55234" y="2637383"/>
            <a:ext cx="2531566" cy="144750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in 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categories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status + responses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resolves &amp; communicates inline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</a:t>
            </a:r>
            <a:pPr algn="l" indent="0" marL="0">
              <a:lnSpc>
                <a:spcPts val="1667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user, admin &amp; system events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F5A5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BF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&amp; ACCESS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 of Access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07877"/>
            <a:ext cx="821293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endpoint is classified — the Spring Security filter chain enforces the boundary for </a:t>
            </a:r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pPr algn="l" indent="0" marL="0">
              <a:lnSpc>
                <a:spcPts val="1755"/>
              </a:lnSpc>
              <a:spcBef>
                <a:spcPts val="900"/>
              </a:spcBef>
              <a:buNone/>
            </a:pPr>
            <a:r>
              <a:rPr lang="en-US" sz="130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901" y="1731169"/>
            <a:ext cx="2582317" cy="2596604"/>
          </a:xfrm>
          <a:prstGeom prst="roundRect">
            <a:avLst>
              <a:gd name="adj" fmla="val 3934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759744"/>
            <a:ext cx="2582317" cy="0"/>
          </a:xfrm>
          <a:prstGeom prst="line">
            <a:avLst/>
          </a:prstGeom>
          <a:noFill/>
          <a:ln w="57150">
            <a:solidFill>
              <a:srgbClr val="2FBF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12455" y="1731169"/>
            <a:ext cx="0" cy="2596604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901" y="4323011"/>
            <a:ext cx="2582317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663" y="1731169"/>
            <a:ext cx="0" cy="2596604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926" y="1953369"/>
            <a:ext cx="22259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4926" y="2229594"/>
            <a:ext cx="22259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TO ALL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4926" y="2477244"/>
            <a:ext cx="22259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/api/v1/auth/**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4926" y="2693045"/>
            <a:ext cx="22259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/api/v1/vehicles/**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69618" y="1731169"/>
            <a:ext cx="2582466" cy="2596604"/>
          </a:xfrm>
          <a:prstGeom prst="roundRect">
            <a:avLst>
              <a:gd name="adj" fmla="val 3934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369618" y="1759744"/>
            <a:ext cx="2582466" cy="0"/>
          </a:xfrm>
          <a:prstGeom prst="line">
            <a:avLst/>
          </a:prstGeom>
          <a:noFill/>
          <a:ln w="57150">
            <a:solidFill>
              <a:srgbClr val="5B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7321" y="1731169"/>
            <a:ext cx="0" cy="2596604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9618" y="4323011"/>
            <a:ext cx="2582466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74380" y="1731169"/>
            <a:ext cx="0" cy="2596604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9643" y="1953369"/>
            <a:ext cx="22260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· USER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69643" y="2229594"/>
            <a:ext cx="2226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9643" y="2477244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9C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  /bookings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9643" y="2693045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9C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/payment  /billing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9643" y="2908846"/>
            <a:ext cx="22260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A9C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/notifications  /support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04483" y="1731169"/>
            <a:ext cx="2582317" cy="2596604"/>
          </a:xfrm>
          <a:prstGeom prst="roundRect">
            <a:avLst>
              <a:gd name="adj" fmla="val 3934"/>
            </a:avLst>
          </a:prstGeom>
          <a:solidFill>
            <a:srgbClr val="1822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104483" y="1759744"/>
            <a:ext cx="2582317" cy="0"/>
          </a:xfrm>
          <a:prstGeom prst="line">
            <a:avLst/>
          </a:prstGeom>
          <a:noFill/>
          <a:ln w="57150">
            <a:solidFill>
              <a:srgbClr val="F5A5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2038" y="1731169"/>
            <a:ext cx="0" cy="2596604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04483" y="4323011"/>
            <a:ext cx="2582317" cy="0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09246" y="1731169"/>
            <a:ext cx="0" cy="2596604"/>
          </a:xfrm>
          <a:prstGeom prst="line">
            <a:avLst/>
          </a:prstGeom>
          <a:noFill/>
          <a:ln w="9525">
            <a:solidFill>
              <a:srgbClr val="2A38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4508" y="1953369"/>
            <a:ext cx="222591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04508" y="2229594"/>
            <a:ext cx="22259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= ADMIN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4508" y="2477244"/>
            <a:ext cx="22259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3C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/api/v1/admin/**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04508" y="2693045"/>
            <a:ext cx="22259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F3CE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management surface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4901" y="4497586"/>
            <a:ext cx="8051899" cy="0"/>
          </a:xfrm>
          <a:prstGeom prst="line">
            <a:avLst/>
          </a:prstGeom>
          <a:noFill/>
          <a:ln w="9525">
            <a:solidFill>
              <a:srgbClr val="2532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901" y="4656237"/>
            <a:ext cx="10257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HEADER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8233" y="4641949"/>
            <a:ext cx="5876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&lt;JWT&gt;  ·  Swagger UI /swagger-ui/index.html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77701" cy="5143500"/>
          </a:xfrm>
          <a:prstGeom prst="rect">
            <a:avLst/>
          </a:prstGeom>
          <a:solidFill>
            <a:srgbClr val="2FBF7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30101"/>
            <a:ext cx="82129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STATUS, TESTING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4901" y="564952"/>
            <a:ext cx="82129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Shipped, Tested &amp; Scaling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34901" y="1171277"/>
            <a:ext cx="3907631" cy="419100"/>
          </a:xfrm>
          <a:prstGeom prst="roundRect">
            <a:avLst>
              <a:gd name="adj" fmla="val 18182"/>
            </a:avLst>
          </a:prstGeom>
          <a:solidFill>
            <a:srgbClr val="08110A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127" y="1295102"/>
            <a:ext cx="36038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buNone/>
            </a:pPr>
            <a:r>
              <a:rPr lang="en-US" sz="1200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mvn spring-boot:run </a:t>
            </a:r>
            <a:pPr algn="l" indent="0" marL="0">
              <a:buNone/>
            </a:pPr>
            <a:r>
              <a:rPr lang="en-US" sz="1200" dirty="0">
                <a:solidFill>
                  <a:srgbClr val="5E7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:8080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691878"/>
            <a:ext cx="3907631" cy="419100"/>
          </a:xfrm>
          <a:prstGeom prst="roundRect">
            <a:avLst>
              <a:gd name="adj" fmla="val 18182"/>
            </a:avLst>
          </a:prstGeom>
          <a:solidFill>
            <a:srgbClr val="08110A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127" y="1815703"/>
            <a:ext cx="36038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buNone/>
            </a:pPr>
            <a:r>
              <a:rPr lang="en-US" sz="1200" dirty="0">
                <a:solidFill>
                  <a:srgbClr val="7DE3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install &amp;&amp; ng serve </a:t>
            </a:r>
            <a:pPr algn="l" indent="0" marL="0">
              <a:buNone/>
            </a:pPr>
            <a:r>
              <a:rPr lang="en-US" sz="1200" dirty="0">
                <a:solidFill>
                  <a:srgbClr val="5E7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:4200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263378"/>
            <a:ext cx="39857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 WITH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4901" y="2495104"/>
            <a:ext cx="3907631" cy="49946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67"/>
              </a:lnSpc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</a:t>
            </a:r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collections + </a:t>
            </a:r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7DE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UI</a:t>
            </a:r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all endpoints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2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exception handling keeps error responses uniform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21882" y="1171277"/>
            <a:ext cx="39420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7B8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MODULES COMPLETE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21882" y="1415653"/>
            <a:ext cx="996702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8358" y="1475929"/>
            <a:ext cx="7382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+ OTP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94784" y="1415653"/>
            <a:ext cx="851892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31260" y="1475929"/>
            <a:ext cx="5905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22877" y="1415653"/>
            <a:ext cx="851892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59352" y="1475929"/>
            <a:ext cx="5905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50969" y="1415653"/>
            <a:ext cx="779562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87444" y="1475929"/>
            <a:ext cx="5167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1882" y="1755279"/>
            <a:ext cx="1213693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8358" y="1815554"/>
            <a:ext cx="959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 + GST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11776" y="1755279"/>
            <a:ext cx="851892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48251" y="1815554"/>
            <a:ext cx="5905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39868" y="1755279"/>
            <a:ext cx="1213693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176343" y="1815554"/>
            <a:ext cx="959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21882" y="2094905"/>
            <a:ext cx="779562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58358" y="2155180"/>
            <a:ext cx="5167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77644" y="2094905"/>
            <a:ext cx="634901" cy="263426"/>
          </a:xfrm>
          <a:prstGeom prst="roundRect">
            <a:avLst>
              <a:gd name="adj" fmla="val 57853"/>
            </a:avLst>
          </a:prstGeom>
          <a:solidFill>
            <a:srgbClr val="101D16"/>
          </a:solidFill>
          <a:ln w="9525">
            <a:solidFill>
              <a:srgbClr val="235C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814120" y="2155180"/>
            <a:ext cx="369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FD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1882" y="2561481"/>
            <a:ext cx="3864769" cy="831652"/>
          </a:xfrm>
          <a:prstGeom prst="roundRect">
            <a:avLst>
              <a:gd name="adj" fmla="val 9162"/>
            </a:avLst>
          </a:prstGeom>
          <a:solidFill>
            <a:srgbClr val="1F16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21882" y="2566243"/>
            <a:ext cx="3864769" cy="0"/>
          </a:xfrm>
          <a:prstGeom prst="line">
            <a:avLst/>
          </a:prstGeom>
          <a:noFill/>
          <a:ln w="9525">
            <a:solidFill>
              <a:srgbClr val="5C470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1889" y="2561481"/>
            <a:ext cx="0" cy="831652"/>
          </a:xfrm>
          <a:prstGeom prst="line">
            <a:avLst/>
          </a:prstGeom>
          <a:noFill/>
          <a:ln w="9525">
            <a:solidFill>
              <a:srgbClr val="5C470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21882" y="3388370"/>
            <a:ext cx="3864769" cy="0"/>
          </a:xfrm>
          <a:prstGeom prst="line">
            <a:avLst/>
          </a:prstGeom>
          <a:noFill/>
          <a:ln w="9525">
            <a:solidFill>
              <a:srgbClr val="5C470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50457" y="2561481"/>
            <a:ext cx="0" cy="831652"/>
          </a:xfrm>
          <a:prstGeom prst="line">
            <a:avLst/>
          </a:prstGeom>
          <a:noFill/>
          <a:ln w="57150">
            <a:solidFill>
              <a:srgbClr val="F5A5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4083" y="2685306"/>
            <a:ext cx="35373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8A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44083" y="2896046"/>
            <a:ext cx="353735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E8D6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invoices · Razorpay / Stripe · WebSocket · Docker · AWS · mobile app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21882" y="3494633"/>
            <a:ext cx="394206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F5A5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scope: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8B9C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payments approval-simulated; gateway &amp; Docker on the roadmap.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RentalSphere — Vehicle Rental Management System</dc:title>
  <dc:subject>PptxGenJS Presentation</dc:subject>
  <dc:creator>Team RentalSphere</dc:creator>
  <cp:lastModifiedBy>Team RentalSphere</cp:lastModifiedBy>
  <cp:revision>1</cp:revision>
  <dcterms:created xsi:type="dcterms:W3CDTF">2026-06-07T13:36:09Z</dcterms:created>
  <dcterms:modified xsi:type="dcterms:W3CDTF">2026-06-07T13:36:09Z</dcterms:modified>
</cp:coreProperties>
</file>